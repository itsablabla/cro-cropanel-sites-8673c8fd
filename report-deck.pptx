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C (72/100)  ·  10 findings  ·  3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coverage-check CTA, which is the primary entry point for visitors to determine if the service is available at their address. This mechanism is bleeding value due to inconsistent CTA labels across the site, causing ambiguity and friction, and the site's severe performance issues (LCP of 50.8s) that cause most visitors to bounce before they can even interact with the CTA.</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1.9–8.8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C0392B"/>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Lab LCP 50.8s mobile</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Lab Largest Contentful Paint of 50.8 seconds on mobile causes most visitors to bounce before seeing content.</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Conflicting coverage CTAs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Multiple different CTA labels for the same coverage-check action create ambiguity about the next step.</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Headline omits unlimited promise</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primary headline fails to mention the unlimited data benefit, leaving a key differentiator unstated above the fold.</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Lab TBT 3500ms mobile</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Lab Total Blocking Time of 3,500 ms on mobile freezes the main thread, making the page unresponsive during load.</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Lab CLS 0.265 mobile</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Lab Cumulative Layout Shift of 0.265 on mobile causes layout jumps, leading to mis-taps on critical buttons.</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Unlabeled form fields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Low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Form fields lack visible labels, so visitors cannot tell what information is required before submitting.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1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LCP 50.8s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Largest Contentful Paint 50.8 s against a ‘good’ threshold of 2500ms. Lab data, not real-user field data — confirms the defect class"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page's main content takes this long to appear on a mid-range phone; most visitors have bounced long before.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Conflicting coverage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"CHECK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different CTA labels for the same coverage-check action create ambiguity about the next step.</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Headline omits unlimited promise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page's main headline reads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primary headline fails to mention the unlimited data benefit, leaving a key differentiator unstated above the fold.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TBT 3500ms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Total Blocking Time 3,500 ms against a ‘good’ threshold of 200ms. Lab data, not real-user field data — confirms the defect class, no"</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script work freezes the main thread, so taps and scrolls go dead during load.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CLS 0.265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Cumulative Layout Shift 0.265 against a ‘good’ threshold of 0.1. Lab data, not real-user field data — confirms the defect class, not"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layout jumps while loading, causing mis-taps on the very buttons the funnel depends 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Lab LCP 50.8s mobile</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Conflicting coverage CTAs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Headline omits unlimited promise</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Unlabeled form fields</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Inconsistent price formatting</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Duplicate H1s dilute focus</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Lab TBT 3500ms mobile</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Lab CLS 0.265 mobile</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Duplicate form submissions</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Value prop buried under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